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Trading Database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SQL Project Overview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Project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Project: Stock Trading Application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database system for stock trading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Team: Salman Ahsan (041), Umer Zahoor (033), M. Talha (030)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 Year: 2025-2026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Database &amp; Table Design with Constraints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Indexes for Performance Optimization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Sample Data (10 users, 20 stocks, 50+ transactions)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Views &amp; Triggers for Automation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Advanced Queries &amp; Transaction Examples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 Schema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Main Tables: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- Account information &amp; wallet balance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STOCKS - Stock listing with price &amp; market cap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ORDERS - Buy/Sell orders (PENDING/COMPLETED/CANCELLED)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TRANSACTIONS - Executed trades with amounts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PORTFOLIO - User holdings &amp; average cost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WATCHLIST - Stocks users are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- Administrative user accounts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USERS Table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 account information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(INT) - Auto-increment primary key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username, email (VARCHAR) - UNIQUE constraints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password_hash - Secure password storage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 (DECIMAL) - Wallet balance (CHECK &gt;= 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created_at, last_active (TIMESTAMP)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idx_username, idx_email - Fast login lookups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STOCKS Table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stock market listings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stock_id (INT) - Auto-increment primary key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symbol (VARCHAR) - Stock ticker (AAPL, MSFT, etc.)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company_name - Full company name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sector - Industry sector (Tech, Banking, Energy...)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current_price - Stock price (CHECK &gt; 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market_cap - Total market capitalization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Data: 20 real stocks (Apple, Microsoft, Tesla...)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ORDERS Table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all buy and sell orders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order_id (INT) - Primary key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user_id, stock_id - Foreign keys to USERS &amp; STOCKS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order_type - ENUM('BUY', 'SELL')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quantity, price - Amount &amp; unit price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- ENUM('PENDING', 'COMPLETED', 'CANCELLED')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order_date - When order was placed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quantity &gt; 0, price &gt; 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TRANSACTIONS Table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executed trades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transaction_id - Primary key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order_id, user_id, stock_id - Foreign keys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quantity - Shares traded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price_per_share - Execution price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total_amount - quantity × price (auto-calculated)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transaction_date - When trade executed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complete audit trail of all trades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PORTFOLIO &amp; WATCHLIST Tables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current holdings per user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quantity - Shares owned (CHECK &gt;= 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avg_buy_price - Average purchase price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constraint on (user_id, stock_id)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stocks users are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added_at - When added to watchlist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Also UNIQUE on (user_id, stock_id)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Constraints &amp; Data Integrity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(PK):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table has unique identifier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(FK):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user_id, stock_id link tables together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 DELETE CASCADE - Auto-delete related records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 &gt;= 0 (no negative money)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current_price &gt; 0 (valid stock price)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quantity &gt; 0 (positive shares)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username, email - No duplicates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Indexes for Performance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Indexes Matter: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Speed up SELECT queries dramatically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WHERE clauses and JOINs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Created: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idx_username, idx_email - Fast user lookups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idx_symbol, idx_sector - Stock searches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idx_orders_user, idx_orders_status - Order filtering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idx_orders_user_stock - Composite index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idx_txn_user, idx_txn_stock - Transaction lookups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idx_portfolio_user_stock - Portfolio access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Database Views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1: vw_top_traded_stocks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stocks ranked by trading volume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symbol, count, total value traded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Useful for finding most active stocks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2: vw_portfolio_summary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each user's complete portfolio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Calculates: invested value, current value, P&amp;L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profit/loss percentage per holding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for portfolio performance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Database Triggers (Automation)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Triggers?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SQL code that runs on events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1: trg_deduct_balance_on_buy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Fires: When BUY transaction inserted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Action: Deducts amount from user's balance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2: trg_update_portfolio_on_txn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Fires: When transaction inserted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Action: Updates portfolio holdings &amp; average cost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3: trg_complete_order_after_txn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Fires: When transaction inserted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Action: Marks order status as COMPLETED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Sample Data Provided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Sample Users: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Pakistani names (Salman, Umer, Talha, etc.)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 balances: 30,000 - 90,000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Real Stocks: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Major tech companies: Apple, Microsoft, Google, Tesla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 institutions: JPMorgan, Bank of America, Visa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Consumer brands: Nike, Coca-Cola, Disney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Transactions: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Pre-populated orders and completed trades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 for immediate querying &amp;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12 Demonstration Queries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List all users with balances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Show all stocks sorted by price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Q3: User portfolio with profit/loss (3-table JOIN)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Q4: Top 5 most traded stocks (using VIEW)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Q5: Total invested per user (GROUP BY + aggregates)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Q6: BUY orders above $500 (filtering + JOIN)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Q7: Users with no orders (LEFT JOIN)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Q8: Watchlist contents (3-table JOIN)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Q9: Portfolio summary P&amp;L (using VIEW)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Q10: Stocks by sector with statistics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Q11: Transaction history (4-table JOIN)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Q12: Admin statistics - totals &amp; volume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Advanced SQL Features Demonstrated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INNER JOIN - Match records in both tables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LEFT JOIN - Keep unmatched left table records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BY - Group results by column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SUM(), COUNT(), AVG() - Aggregate functions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DISTINCT - Remove duplicate results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ROUND() - Format decimal numbers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&amp; ORDER BY - Filter and sort results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Database Transactions (ACID Properties)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Transactions?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of SQL statements treated as single unit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 Code: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TRANSACTION - Begin transaction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INSERT order → INSERT transaction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 - Save all changes permanently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ROLLBACK - Undo if something fails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buys 5 shares of NVDA at $920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automatically: deduct balance, update portfolio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All-or-nothing: either complete buy or cancel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 Features &amp; Highlights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✅ Complete relational database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✅ Data integrity with constraints &amp; FK relationships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✅ Performance optimization via indexes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✅ Automated business logic via triggers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✅ Reusable queries via database views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✅ Real sample data for testing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✅ Transaction management for consistency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✅ Admin functionality for platform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✅ Comprehensive demonstration queries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✅ Production-ready SQL script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How to Use This Database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Run the SQL Script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 COMPLETE_DATABASE_SETUP.sql in MySQL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database 'stock_trading_db'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Explore Tables &amp;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* FROM users;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* FROM stocks;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Run Demo Queries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 all 12 demonstration queries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See results of JOINs, aggregations, views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Test Transactions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the transaction 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Observe triggers in action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Entity Relationships (Simplified)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459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097280"/>
            <a:ext cx="16459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286000"/>
            <a:ext cx="16459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743200"/>
            <a:ext cx="16459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6459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3840480"/>
            <a:ext cx="164592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1508760"/>
            <a:ext cx="548640" cy="7772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1280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user_id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0" y="1508760"/>
            <a:ext cx="-2286000" cy="7772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2801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stock_id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You've Learned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Database design principles &amp; normalization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Creating tables with constraints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Foreign key relationships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Indexing for query 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Complex queries with JOINs &amp; GROUP BY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Creating and using database views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Writing triggers for automation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Transaction management &amp; ACID properties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Real-world application design (stock trading)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Trading Database Complete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2026-05-14T06:31:09Z</dcterms:created>
  <dcterms:modified xsi:type="dcterms:W3CDTF">2026-05-14T06:31:09Z</dcterms:modified>
</cp:coreProperties>
</file>